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9RxQF/dopWHUFJndR3VRns5tR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a1ff3c12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ca1ff3c12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ca1ff3c12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a1ff3c125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ca1ff3c125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ca1ff3c125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E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ca1ff3c125_0_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BBDEFB">
              <a:alpha val="765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ca1ff3c125_0_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EA5E9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ca1ff3c125_0_0"/>
          <p:cNvSpPr/>
          <p:nvPr/>
        </p:nvSpPr>
        <p:spPr>
          <a:xfrm>
            <a:off x="740295" y="2665833"/>
            <a:ext cx="365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بحرية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ca1ff3c125_0_0"/>
          <p:cNvSpPr/>
          <p:nvPr/>
        </p:nvSpPr>
        <p:spPr>
          <a:xfrm>
            <a:off x="740295" y="3488793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Quand l'intelligence artificielle protège nos océans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et soutient nos pêcheurs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ca1ff3c125_0_0"/>
          <p:cNvSpPr/>
          <p:nvPr/>
        </p:nvSpPr>
        <p:spPr>
          <a:xfrm>
            <a:off x="740295" y="4677513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Hackathon RamadanIA 2026  •  Dakhla, Maroc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g3ca1ff3c125_0_0" title="BAHRIA-2.png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745613" y="1660014"/>
            <a:ext cx="384514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g3ca1ff3c12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75" y="91475"/>
            <a:ext cx="2552925" cy="8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ca1ff3c125_0_0"/>
          <p:cNvSpPr/>
          <p:nvPr/>
        </p:nvSpPr>
        <p:spPr>
          <a:xfrm>
            <a:off x="3037600" y="-2272087"/>
            <a:ext cx="3657600" cy="3657600"/>
          </a:xfrm>
          <a:prstGeom prst="ellipse">
            <a:avLst/>
          </a:prstGeom>
          <a:solidFill>
            <a:srgbClr val="BBDEFB">
              <a:alpha val="658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g3ca1ff3c125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1250" y="-194339"/>
            <a:ext cx="2490309" cy="140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g3ca1ff3c125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9250" y="91475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g3ca1ff3c125_0_0"/>
          <p:cNvSpPr/>
          <p:nvPr/>
        </p:nvSpPr>
        <p:spPr>
          <a:xfrm>
            <a:off x="-349962" y="-2207265"/>
            <a:ext cx="3657600" cy="3657600"/>
          </a:xfrm>
          <a:prstGeom prst="ellipse">
            <a:avLst/>
          </a:prstGeom>
          <a:solidFill>
            <a:srgbClr val="0EA5E9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LE PROBLÈME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051560"/>
            <a:ext cx="8046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48640" y="1051560"/>
            <a:ext cx="73152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22960" y="1097280"/>
            <a:ext cx="7589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Pour protéger les poissons, on interdit la pêche pendant leur période de reproduction.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Mais ces dates sont fixées à l'avance, sans tenir compte des variations réelles de la mer.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Résultat : on protège parfois quand ce n'est pas nécessaire, et on pêche quand il ne faudrait pas.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2743200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383280" y="2743200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383280" y="2743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👨‍👩‍👧‍👦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383280" y="3108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10 000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83280" y="3749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pêcheurs à Dakhla privés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revenus au mauvais moment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217920" y="2743200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217920" y="2743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🐟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217920" y="3108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-36%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0" y="3749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sardines en moins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depuis 2 ans à Dakhla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748625" y="4709150"/>
            <a:ext cx="266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BAHRIA — بحرية  |  Hackathon RamadanIA 2026  |  Dakhla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2/10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2743200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310896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10-20 jours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374904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décalage entre le calendrier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officiel et la réalité en mer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NOTRE SOLUTION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22960" y="1097280"/>
            <a:ext cx="7589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BAHRIA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utilise l'intelligence artificielle pour dire précisément quand il faut arrêter la pêche — et quand on peut la reprendre — en se basant sur ce qui se passe réellement dans l'océan.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242316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48640" y="2468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🛰️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30632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On observe la 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" y="35204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Température de l'eau,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courants marins,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productivité de la zone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468880" y="320040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697480" y="242316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2697480" y="2468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🐟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697480" y="30632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On mesure les captures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788920" y="35204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Taille des poissons,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poids, quantités,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période de reproduction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617720" y="320040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846320" y="242316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846320" y="2468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846320" y="30632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L'IA analyse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937760" y="35204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système croise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toutes ces données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 calcule un score de risque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766560" y="320040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995160" y="242316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995160" y="2468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995160" y="30632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On décide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086600" y="35204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Faut-il arrêter la pêche 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Pour combien de temps 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Quel impact économique 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3/10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748625" y="4709150"/>
            <a:ext cx="266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BAHRIA — بحرية  |  Hackathon RamadanIA 2026  |  Dakhla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DÉMONSTRATION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22960" y="1143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3 cas concrets testés en direct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22960" y="178308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🐙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371600" y="17830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Poulpe juvénile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371600" y="21305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Petits poulpes, stock en baisse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931920" y="1874520"/>
            <a:ext cx="21945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931920" y="18745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ARRÊTER LA PÊCHE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400800" y="17830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Score 78/100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Protéger pendant 75 jours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914400" y="2578608"/>
            <a:ext cx="74980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4"/>
          <p:cNvSpPr/>
          <p:nvPr/>
        </p:nvSpPr>
        <p:spPr>
          <a:xfrm>
            <a:off x="822960" y="265176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🐟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371600" y="26517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Sardine fragile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371600" y="29992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Sardines trop petites, reproduction en cours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931920" y="2743200"/>
            <a:ext cx="21945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931920" y="27432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SURVEILLER DE PRÈS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400800" y="265176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Score 55/100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Réévaluer dans 15 jours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4"/>
          <p:cNvCxnSpPr/>
          <p:nvPr/>
        </p:nvCxnSpPr>
        <p:spPr>
          <a:xfrm>
            <a:off x="914400" y="3447288"/>
            <a:ext cx="74980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4"/>
          <p:cNvSpPr/>
          <p:nvPr/>
        </p:nvSpPr>
        <p:spPr>
          <a:xfrm>
            <a:off x="822960" y="352044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🐠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371600" y="35204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Courbine en forme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371600" y="386791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Poissons adultes, stock stable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931920" y="361188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931920" y="361188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PÊCHE AUTORISÉE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400800" y="352044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Score 18/100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Aucun risque détecté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22960" y="4160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▶  Vidéo de démonstration (2 min)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748625" y="4709150"/>
            <a:ext cx="266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BAHRIA — بحرية  |  Hackathon RamadanIA 2026  |  Dakhla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MODÈLE ÉCONOMIQUE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22960" y="1005840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outil conçu pour les administrations en charge de la gestion des ressources halieutiques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48640" y="1874520"/>
            <a:ext cx="80467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40080" y="187452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🏛️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280160" y="189280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ONP — Office National des Pêches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280160" y="224028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BAHRIA fournit à l'ONP un tableau de bord en temps réel pour suivre l'état des stocks et déclencher les repos biologiques au bon moment, port par port.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675120" y="2103120"/>
            <a:ext cx="1828800" cy="4572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675120" y="21031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Licence régionale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48640" y="2971800"/>
            <a:ext cx="80467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40080" y="297180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🏢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280160" y="29900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Ministère de la Pêche Maritime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280160" y="333756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Secrétariat d'État accède à un outil de pilotage national pour ajuster la réglementation des repos biologiques sur la base de données scientifiques et satellites.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675120" y="3200400"/>
            <a:ext cx="182880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675120" y="3200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Licence nationale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4069080"/>
            <a:ext cx="80467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40080" y="406908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280160" y="408736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INRH — Institut de Recherche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280160" y="443484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Les biologistes de l'INRH utilisent BAHRIA pour croiser leurs observations terrain avec les données satellites et valider les fenêtres optimales de reproduction.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675120" y="4297680"/>
            <a:ext cx="18288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6675120" y="42976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Partenariat R&amp;D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748625" y="4709150"/>
            <a:ext cx="266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BAHRIA — بحرية  |  Hackathon RamadanIA 2026  |  Dakhla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OÙ EN SOMMES-NOUS 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La fiabilité de notre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4864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48640" y="14173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EA5E9"/>
                </a:solidFill>
                <a:latin typeface="Arial Black"/>
                <a:ea typeface="Arial Black"/>
                <a:cs typeface="Arial Black"/>
                <a:sym typeface="Arial Black"/>
              </a:rPr>
              <a:t>9 sur 10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8640" y="2057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Quand BAHRIA dit « arrêtez »,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il a raison 9 fois sur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38328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3383280" y="14173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89%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383280" y="2057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situations à risque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sont correctement détectées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21792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6217920" y="14173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&lt; 3 sec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217920" y="2057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pour analyser un échantillon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 donner une recommandation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Ce qui est déjà prêt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40080" y="333756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005840" y="333756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Application web fonctionnelle avec 3 scénarios de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40080" y="363016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005840" y="363016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IA entraînée sur 5 000 cas couvrant 4 espèces de Dakhla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40080" y="3922776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005840" y="3922776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Connexion aux données satellites de température de l'océan en temps réel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40080" y="4215384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005840" y="4215384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Recommandations automatiques rédigées en langage clair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40080" y="450799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005840" y="450799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 jeux de données documentés (ONP, INRH, NOAA, réglementation)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748625" y="4709150"/>
            <a:ext cx="266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BAHRIA — بحرية  |  Hackathon RamadanIA 2026  |  Dakhla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FEUILLE DE ROUTE 2026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65760" y="1188720"/>
            <a:ext cx="19659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365760" y="1188720"/>
            <a:ext cx="19659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365760" y="128016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0080" y="1874520"/>
            <a:ext cx="141732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40080" y="18745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Mars–Mai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65760" y="2411341"/>
            <a:ext cx="196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Validation terrain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57200" y="2870593"/>
            <a:ext cx="178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Tests au port de Dakhla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avec des échantillons réels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pêche côtière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2240270" y="2357684"/>
            <a:ext cx="22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2560320" y="1188720"/>
            <a:ext cx="19659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2560320" y="1188720"/>
            <a:ext cx="19659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2560320" y="128016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🛰️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2834640" y="1874520"/>
            <a:ext cx="141732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2834640" y="18745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Juin–Août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2560320" y="2411341"/>
            <a:ext cx="196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Connexion satellites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2651760" y="2870593"/>
            <a:ext cx="178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Réception automatique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données océaniques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 temps réel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434830" y="2357684"/>
            <a:ext cx="22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754880" y="1188720"/>
            <a:ext cx="19659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754880" y="1188720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4754880" y="128016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🏛️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029200" y="1874520"/>
            <a:ext cx="14173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029200" y="18745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Sept–Oct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754880" y="2411341"/>
            <a:ext cx="196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Pilote avec l'ONP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846320" y="2870593"/>
            <a:ext cx="178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Déploiement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régional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 les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différents ports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de Dakhla Oued Eddahab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avec données ONP réelles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633257" y="2357659"/>
            <a:ext cx="22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949440" y="1188720"/>
            <a:ext cx="19659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949440" y="1188720"/>
            <a:ext cx="1965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949440" y="128016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🇲🇦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7223760" y="1874520"/>
            <a:ext cx="14173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7223760" y="18745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Incha’allah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949440" y="2411341"/>
            <a:ext cx="196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Extension nationale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040880" y="2870593"/>
            <a:ext cx="178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Ouverture aux ports 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Laayoune, Tan-Tan, Boujdour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 proposition au Ministère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Objectif 2027 : BAHRIA devient l'outil de référence pour la gestion des repos biologiques au Maroc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7/</a:t>
            </a: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748625" y="4709150"/>
            <a:ext cx="266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BAHRIA — بحرية  |  Hackathon RamadanIA 2026  |  Dakhla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E4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EA5E9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EA5E9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CE QUE NOUS CHERCHONS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40080" y="105156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280160" y="1051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700"/>
              <a:buFont typeface="Arial Black"/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Arial Black"/>
                <a:ea typeface="Arial Black"/>
                <a:cs typeface="Arial Black"/>
                <a:sym typeface="Arial Black"/>
              </a:rPr>
              <a:t>Des données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200400" y="105156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L'ONP possède les chiffres des criées de chaque port. Avec ces données réelles, notre IA peut devenir 10 fois plus précise.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40080" y="1947672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280160" y="1947672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700"/>
              <a:buFont typeface="Arial Black"/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Arial Black"/>
                <a:ea typeface="Arial Black"/>
                <a:cs typeface="Arial Black"/>
                <a:sym typeface="Arial Black"/>
              </a:rPr>
              <a:t>Des experts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200400" y="1947672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Les biologistes de l'INRH connaissent le terrain. Leur validation donnerait à BAHRIA une crédibilité scientifique indiscutable.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40080" y="2843784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🏛️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280160" y="2843784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700"/>
              <a:buFont typeface="Arial Black"/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Arial Black"/>
                <a:ea typeface="Arial Black"/>
                <a:cs typeface="Arial Black"/>
                <a:sym typeface="Arial Black"/>
              </a:rPr>
              <a:t>Un soutien public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200400" y="2843784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Si le Ministère de la Pêche intègre BAHRIA dans sa stratégie, des milliers de pêcheurs en bénéficieront directement.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40080" y="3739896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280160" y="3739896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700"/>
              <a:buFont typeface="Arial Black"/>
              <a:buNone/>
            </a:pPr>
            <a:r>
              <a:rPr b="1" lang="en-US" sz="1700">
                <a:solidFill>
                  <a:srgbClr val="0EA5E9"/>
                </a:solidFill>
                <a:latin typeface="Arial Black"/>
                <a:ea typeface="Arial Black"/>
                <a:cs typeface="Arial Black"/>
                <a:sym typeface="Arial Black"/>
              </a:rPr>
              <a:t>Financement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200400" y="3739896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Pour passer du prototype au produit fini : tests terrain, extension à d'autres ports, et mise en production.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BAHRIA — بحرية  •  Protéger l'océan, soutenir les pêcheurs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748625" y="4709150"/>
            <a:ext cx="266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BAHRIA — بحرية  |  Hackathon RamadanIA 2026  |  Dakhla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046720" y="470916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L'ÉQUIPE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65750" y="1005850"/>
            <a:ext cx="2651700" cy="165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365760" y="1005840"/>
            <a:ext cx="2651760" cy="64008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👨‍💻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65760" y="15544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Ali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65760" y="1828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Chef de projet &amp; Développeur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02920" y="210312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Entrepreneur, </a:t>
            </a: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éveloppement logiciel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 gestion maritime.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291850" y="1005850"/>
            <a:ext cx="2651700" cy="165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3291840" y="1005840"/>
            <a:ext cx="265176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3291840" y="1097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3291840" y="15544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Hamza AIHI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291840" y="1828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Expert métier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429000" y="210312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Opérant dans le secteur halieutique avec plus de 7 ans </a:t>
            </a: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d'expérience</a:t>
            </a: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217925" y="1005850"/>
            <a:ext cx="2651700" cy="165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6217920" y="1005840"/>
            <a:ext cx="26517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217920" y="15544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Noura Baihammou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217920" y="1828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65775" y="3154675"/>
            <a:ext cx="2651700" cy="165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65763" y="3154675"/>
            <a:ext cx="2651700" cy="63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365763" y="3246115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🔌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65713" y="3681453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Nadia Errafiyi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291850" y="3218575"/>
            <a:ext cx="2651700" cy="1589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3291868" y="3138500"/>
            <a:ext cx="2651700" cy="6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5943605" y="3354265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291843" y="368144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Ikram el ouardi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8046720" y="47091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217975" y="3108975"/>
            <a:ext cx="2651700" cy="169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263" name="Google Shape;263;p8"/>
          <p:cNvSpPr/>
          <p:nvPr/>
        </p:nvSpPr>
        <p:spPr>
          <a:xfrm>
            <a:off x="6217980" y="3101338"/>
            <a:ext cx="2651700" cy="6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3337605" y="3254840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217980" y="368144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41E42"/>
                </a:solidFill>
                <a:latin typeface="Arial Black"/>
                <a:ea typeface="Arial Black"/>
                <a:cs typeface="Arial Black"/>
                <a:sym typeface="Arial Black"/>
              </a:rPr>
              <a:t>Hamza EL Khadir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355060" y="2194625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000"/>
              <a:buFont typeface="Calibri"/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Traitement et Manipulation des données et Intégration d’algorithme ML</a:t>
            </a:r>
            <a:endParaRPr b="1" sz="1000">
              <a:solidFill>
                <a:srgbClr val="041E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7214813" y="3222750"/>
            <a:ext cx="307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📊</a:t>
            </a:r>
            <a:endParaRPr sz="2700"/>
          </a:p>
        </p:txBody>
      </p:sp>
      <p:sp>
        <p:nvSpPr>
          <p:cNvPr id="268" name="Google Shape;268;p8"/>
          <p:cNvSpPr/>
          <p:nvPr/>
        </p:nvSpPr>
        <p:spPr>
          <a:xfrm>
            <a:off x="6217915" y="19485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217915" y="1870775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Etudiant en </a:t>
            </a: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ingénierie</a:t>
            </a: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 </a:t>
            </a: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65715" y="395935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Etudiant en ingénierie des données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365785" y="4354825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000"/>
              <a:buFont typeface="Calibri"/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Traitement et Manipulation des données et Intégration d’algorithme ML</a:t>
            </a:r>
            <a:endParaRPr b="1" sz="1000">
              <a:solidFill>
                <a:srgbClr val="041E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291865" y="395935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Etudiant en ingénierie des données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291860" y="4354825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000"/>
              <a:buFont typeface="Calibri"/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Traitement et Manipulation des données et Intégration d’algorithme ML</a:t>
            </a:r>
            <a:endParaRPr b="1" sz="1000">
              <a:solidFill>
                <a:srgbClr val="041E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217965" y="394603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Etudiant en ingénierie des données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217935" y="4354825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000"/>
              <a:buFont typeface="Calibri"/>
              <a:buNone/>
            </a:pPr>
            <a:r>
              <a:rPr b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Traitement et Manipulation des données et Intégration d’algorithme ML</a:t>
            </a:r>
            <a:endParaRPr b="1" sz="1000">
              <a:solidFill>
                <a:srgbClr val="041E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748625" y="4709150"/>
            <a:ext cx="266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BAHRIA — بحرية  |  Hackathon RamadanIA 2026  |  Dakhla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E4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a1ff3c125_0_26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EA5E9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ca1ff3c125_0_26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EA5E9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ca1ff3c125_0_26"/>
          <p:cNvSpPr/>
          <p:nvPr/>
        </p:nvSpPr>
        <p:spPr>
          <a:xfrm>
            <a:off x="731520" y="2103120"/>
            <a:ext cx="365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بحرية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ca1ff3c125_0_26"/>
          <p:cNvSpPr/>
          <p:nvPr/>
        </p:nvSpPr>
        <p:spPr>
          <a:xfrm>
            <a:off x="731520" y="292608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A très bientôt!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ca1ff3c125_0_26"/>
          <p:cNvSpPr/>
          <p:nvPr/>
        </p:nvSpPr>
        <p:spPr>
          <a:xfrm>
            <a:off x="731520" y="41148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Hackathon RamadanIA 2026  •  Dakhla, Maroc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ca1ff3c125_0_26"/>
          <p:cNvSpPr/>
          <p:nvPr/>
        </p:nvSpPr>
        <p:spPr>
          <a:xfrm>
            <a:off x="731520" y="44805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Nadia</a:t>
            </a: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• 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Ikram</a:t>
            </a: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 Ali  •  Hamza A•  Noura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Hamza 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g3ca1ff3c125_0_26" title="BAHRIA-2.png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736838" y="1097300"/>
            <a:ext cx="3845146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ca1ff3c125_0_26"/>
          <p:cNvSpPr/>
          <p:nvPr/>
        </p:nvSpPr>
        <p:spPr>
          <a:xfrm>
            <a:off x="5748625" y="4709150"/>
            <a:ext cx="266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BAHRIA — بحرية  |  Hackathon RamadanIA 2026  |  Dakhla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ca1ff3c125_0_26"/>
          <p:cNvSpPr/>
          <p:nvPr/>
        </p:nvSpPr>
        <p:spPr>
          <a:xfrm>
            <a:off x="8046720" y="470916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2026-02-22T06:08:43Z</dcterms:created>
  <dc:creator>Ali — NEGAM SAS</dc:creator>
</cp:coreProperties>
</file>